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eb93d8bb634a6b" /><Relationship Type="http://schemas.openxmlformats.org/officeDocument/2006/relationships/extended-properties" Target="/docProps/app.xml" Id="R388b4c0cb6a14001" /><Relationship Type="http://schemas.openxmlformats.org/officeDocument/2006/relationships/officeDocument" Target="/ppt/presentation.xml" Id="R7cdd7b40df68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84fc2d1554461"/>
  </p:sldMasterIdLst>
  <p:notesMasterIdLst>
    <p:notesMasterId xmlns:r="http://schemas.openxmlformats.org/officeDocument/2006/relationships" r:id="R7ae0212b7c004e1e"/>
  </p:notesMasterIdLst>
  <p:sldIdLst>
    <p:sldId xmlns:r="http://schemas.openxmlformats.org/officeDocument/2006/relationships" id="256" r:id="R3fa34fc9323645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74f8d720a447e0" /><Relationship Type="http://schemas.openxmlformats.org/officeDocument/2006/relationships/slideMaster" Target="/ppt/slideMasters/slideMaster1.xml" Id="Reee84fc2d1554461" /><Relationship Type="http://schemas.openxmlformats.org/officeDocument/2006/relationships/notesMaster" Target="/ppt/notesMasters/notesMaster1.xml" Id="R7ae0212b7c004e1e" /><Relationship Type="http://schemas.openxmlformats.org/officeDocument/2006/relationships/presProps" Target="/ppt/presProps.xml" Id="Raaed7ceedc604071" /><Relationship Type="http://schemas.openxmlformats.org/officeDocument/2006/relationships/tableStyles" Target="/ppt/tableStyles.xml" Id="R5e1e46001a75411c" /><Relationship Type="http://schemas.openxmlformats.org/officeDocument/2006/relationships/slide" Target="/ppt/slides/slide1.xml" Id="R3fa34fc9323645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96089fe1ea46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43113d442d498d" /><Relationship Type="http://schemas.openxmlformats.org/officeDocument/2006/relationships/notesMaster" Target="/ppt/notesMasters/notesMaster1.xml" Id="R2e4482282acf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本页依据用户提供的 ScienceX 当前代码架构整理；已将生产化规划与当前实现区分标注。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833bb6894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1cb0b514a14f03" /><Relationship Type="http://schemas.openxmlformats.org/officeDocument/2006/relationships/slideLayout" Target="/ppt/slideLayouts/slideLayout1.xml" Id="R780bdde5f8e8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0bdde5f8e8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b16611ced4aec" /><Relationship Type="http://schemas.openxmlformats.org/officeDocument/2006/relationships/image" Target="/ppt/media/image.png" Id="Rc8d2521b0a1e41ea" /><Relationship Type="http://schemas.openxmlformats.org/officeDocument/2006/relationships/image" Target="/ppt/media/image.jpeg" Id="R45dedae53a514037" /><Relationship Type="http://schemas.openxmlformats.org/officeDocument/2006/relationships/notesSlide" Target="/ppt/notesSlides/notesSlide1.xml" Id="Rb09cdfce30e146b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EA5D1F-11A0-4640-B329-6E391152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1257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2521b0a1e41ea"/>
          <a:stretch xmlns:a="http://schemas.openxmlformats.org/drawingml/2006/main"/>
        </p:blipFill>
        <p:spPr>
          <a:xfrm xmlns:a="http://schemas.openxmlformats.org/drawingml/2006/main">
            <a:off x="495062" y="123825"/>
            <a:ext cx="610076" cy="2667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ED314-DC9B-4B35-9B68-3B8FCAB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675"/>
            <a:ext cx="12573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edae53a514037"/>
          <a:stretch xmlns:a="http://schemas.openxmlformats.org/drawingml/2006/main"/>
        </p:blipFill>
        <p:spPr>
          <a:xfrm xmlns:a="http://schemas.openxmlformats.org/drawingml/2006/main">
            <a:off x="11229722" y="95250"/>
            <a:ext cx="324356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7B18-1058-4E7C-B73A-A7B0F19C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ScienceX 技术架构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D4B05-2831-4191-8FD4-E96A568D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一套工作台，贯通文献调研、实验管理、数据分析与成果投稿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C00B8-3815-4BCE-A6B8-D9F0BFF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09600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8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53456-432A-48CB-ADC7-0CE4047B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191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67D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467D8"/>
                </a:solidFill>
                <a:latin typeface="微软雅黑"/>
                <a:ea typeface="微软雅黑"/>
                <a:cs typeface="微软雅黑"/>
              </a:rPr>
              <a:t>REST(JSON) + SSE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0AC98-ECDF-4671-84C3-0F8C407E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110490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0865D-2E5B-4AA6-A6FA-0462E239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95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9E8"/>
          </a:solidFill>
          <a:ln xmlns:a="http://schemas.openxmlformats.org/drawingml/2006/main" w="0">
            <a:solidFill>
              <a:srgbClr val="20B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07114E-B934-4FC1-AEA2-95CA419C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浏览器端 · React SPA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71694-BBF7-47E3-9DD2-C6ADB359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906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Landing · /login · 14 个科研工作台页面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91052-C264-422F-B018-5D26DE40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31432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E0F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F8309-0D5F-422A-B59C-0A9F2411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对话工作台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F6BBD-B1EF-4958-8E26-BEF2E428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Chat · ReAct · PlanFlow · CodeAct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925890-CD0A-4F24-9254-103E6FDC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85950"/>
            <a:ext cx="31432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E0F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46FB5-9879-4B06-B4BF-309BE14A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335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科研工作台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B38A8-13DD-418A-9B6A-0CB36F4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33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Topic · Reader · Reproduce · Experiment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0AA64-09C3-4D32-85EF-B980A154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85950"/>
            <a:ext cx="3143250" cy="5143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E0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E259D-FB1D-4580-9DDC-247116C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335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成果与协作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D1C693-DB52-4DEB-9D62-DB963D0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336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Analysis · Writing · Submission ·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B98AA9-061C-4629-8FA7-978D5334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2857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67D8"/>
          </a:solidFill>
          <a:ln xmlns:a="http://schemas.openxmlformats.org/drawingml/2006/main" w="0">
            <a:solidFill>
              <a:srgbClr val="1467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2731E-8859-4E98-8006-2B699626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765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Vite 代理自动跟随后端端口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DF760-ABC6-43BB-A168-80A1BEA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1049000" cy="2143125"/>
          </a:xfrm>
          <a:prstGeom xmlns:a="http://schemas.openxmlformats.org/drawingml/2006/main" prst="roundRect">
            <a:avLst>
              <a:gd name="adj" fmla="val 6222"/>
            </a:avLst>
          </a:prstGeom>
          <a:solidFill xmlns:a="http://schemas.openxmlformats.org/drawingml/2006/main">
            <a:srgbClr val="123A68"/>
          </a:solidFill>
          <a:ln xmlns:a="http://schemas.openxmlformats.org/drawingml/2006/main" w="9525">
            <a:solidFill>
              <a:srgbClr val="123A6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14177C-D381-46E5-8099-274247E6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后端 API 服务 · Node.js + Express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4FB15-8842-4DAB-AE77-E8E0D6B2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:8787 · /api/v1 · 6 大域 · 40+ 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7965ED-7004-4253-85E0-F3961B34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4003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D4A7E"/>
          </a:solidFill>
          <a:ln xmlns:a="http://schemas.openxmlformats.org/drawingml/2006/main" w="9525">
            <a:solidFill>
              <a:srgbClr val="3B6F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CD9F9E-2832-48B8-9EEF-3AB7FCA2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95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中间件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AC33B-693C-4D34-9612-BB3BD62E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rPr>
              <a:t>CORS · Request ID · JSON 解析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18AF95-8F2A-40B2-A618-5610F2B3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分级限流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6EA279-9458-43BB-A76F-2157BE7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781425"/>
            <a:ext cx="24003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D4A7E"/>
          </a:solidFill>
          <a:ln xmlns:a="http://schemas.openxmlformats.org/drawingml/2006/main" w="9525">
            <a:solidFill>
              <a:srgbClr val="3B6FA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D1341F-4C16-4658-BC8C-7BAF51D8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95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模块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1A005-3AB3-4667-BCB1-04064826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7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rPr>
              <a:t>模型网关 · DeepSeek · SSE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65B11E-08E3-498A-9EF4-AD2DF362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安全与计量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83EE3A-F163-4DB4-A6E0-06CF02F9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81425"/>
            <a:ext cx="24003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D4A7E"/>
          </a:solidFill>
          <a:ln xmlns:a="http://schemas.openxmlformats.org/drawingml/2006/main" w="9525">
            <a:solidFill>
              <a:srgbClr val="3B6FA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62A5FD-ECE8-4A1D-9E6E-6DE49AE5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95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AED85A-6DD7-4A45-995F-8125FF6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7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rPr>
              <a:t>account · chat · literature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DAE9057-4962-4C83-99CA-743739A5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52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documents · research · publish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ED4EC4-822B-4548-8D76-D9E6C106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81425"/>
            <a:ext cx="240030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1D4A7E"/>
          </a:solidFill>
          <a:ln xmlns:a="http://schemas.openxmlformats.org/drawingml/2006/main" w="9525">
            <a:solidFill>
              <a:srgbClr val="3B6FA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F385DA-06F9-4D2D-BDEC-DB28E784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957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1D2C0-D586-4511-A9C9-BB0470B2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EAF4FF"/>
                </a:solidFill>
                <a:latin typeface="微软雅黑"/>
                <a:ea typeface="微软雅黑"/>
                <a:cs typeface="微软雅黑"/>
              </a:rPr>
              <a:t>Map + JSON 原子持久化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151836-FFA7-4E0D-9021-3240762C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52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重启可恢复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D670A8-9093-4E18-8FDE-43B81D23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4287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EE"/>
          </a:solidFill>
          <a:ln xmlns:a="http://schemas.openxmlformats.org/drawingml/2006/main" w="9525">
            <a:solidFill>
              <a:srgbClr val="DDF6E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E38C68-0B8D-407B-B44C-699AF891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83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2836E"/>
                </a:solidFill>
                <a:latin typeface="微软雅黑"/>
                <a:ea typeface="微软雅黑"/>
                <a:cs typeface="微软雅黑"/>
              </a:rPr>
              <a:t>REST(JSON) + SSE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C6EAEF-AF04-4F31-962F-758E07E8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14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D3E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B8D3EA"/>
                </a:solidFill>
                <a:latin typeface="微软雅黑"/>
                <a:ea typeface="微软雅黑"/>
                <a:cs typeface="微软雅黑"/>
              </a:rPr>
              <a:t>统一响应 · 统一错误码 · 可追踪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68E82E-D797-400D-B461-4E5EEADD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48275"/>
            <a:ext cx="28575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0B9E8"/>
          </a:solidFill>
          <a:ln xmlns:a="http://schemas.openxmlformats.org/drawingml/2006/main" w="0">
            <a:solidFill>
              <a:srgbClr val="20B9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03EE33-6752-4BD3-A1A7-44FB16F8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6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模型网关统一路由、计量与归属校验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C19F46-2505-40FE-AD44-3C7346E9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8F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7C2ACF1-45B8-47B8-93B1-E972775A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外部模型与服务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54DD622-EB6F-4CD3-BCB3-356B12BD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34050"/>
            <a:ext cx="257175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C82B2EF-EEA5-4126-A7E0-74B4ED0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8007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DeepSeek V4.1 Flash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BA5199-4047-4169-BE58-2B617D71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674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EE"/>
          </a:solidFill>
          <a:ln xmlns:a="http://schemas.openxmlformats.org/drawingml/2006/main" w="9525">
            <a:solidFill>
              <a:srgbClr val="DDF6E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C5D2F6-FD08-456B-8A0B-3A67541C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769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2836E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2836E"/>
                </a:solidFill>
                <a:latin typeface="微软雅黑"/>
                <a:ea typeface="微软雅黑"/>
                <a:cs typeface="微软雅黑"/>
              </a:rPr>
              <a:t>已对接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D493C6-6D81-465A-8225-F07164A0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34050"/>
            <a:ext cx="295275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5F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5B2B0F-57F1-442D-898E-F1C5BFA5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00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43A"/>
                </a:solidFill>
                <a:latin typeface="微软雅黑"/>
                <a:ea typeface="微软雅黑"/>
                <a:cs typeface="微软雅黑"/>
              </a:rPr>
              <a:t>OpenAI-compatible 网关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82F109-E4BD-488F-8368-408C901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67400"/>
            <a:ext cx="62865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9D8F6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EC2E45F-C9FB-4A11-BB33-040F6CA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76925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67D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1467D8"/>
                </a:solidFill>
                <a:latin typeface="微软雅黑"/>
                <a:ea typeface="微软雅黑"/>
                <a:cs typeface="微软雅黑"/>
              </a:rPr>
              <a:t>可选接入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D7C05F-182D-49AD-9721-43E1994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8007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未配置密钥时使用模板回退 · 数据库 / 向量检索 / 监控为生产化路线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52D4865-6031-42C4-8334-AAAE0891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ScienceX · AI 科研工作台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D253A8-EC43-4AE1-8F65-2018C117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5722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50657A"/>
                </a:solidFill>
                <a:latin typeface="微软雅黑"/>
                <a:ea typeface="微软雅黑"/>
                <a:cs typeface="微软雅黑"/>
              </a:rPr>
              <a:t>当前实现边界清晰，组件可按域替换升级</a:t>
            </a:r>
          </a:p>
        </p:txBody>
      </p:sp>
    </p:spTree>
    <p:extLst>
      <p:ext uri="{BB962C8B-B14F-4D97-AF65-F5344CB8AC3E}">
        <p14:creationId xmlns:p14="http://schemas.microsoft.com/office/powerpoint/2010/main" val="2039671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2026-10-03T09:08:52.8420000Z</dcterms:created>
  <dcterms:modified xsi:type="dcterms:W3CDTF">2026-10-03T09:08:52.8420000Z</dcterms:modified>
</coreProperties>
</file>